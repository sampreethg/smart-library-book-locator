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0DF639-75C7-4571-A6B2-E96B222F7FCA}" v="1" dt="2026-04-09T03:57:05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3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Locator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Solution to Find Books Quickly in College Library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Author  </a:t>
            </a: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Exact Shelf Location  </a:t>
            </a: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|  College Library Management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excessive time searching manually through shelves — an inefficient use of valuable study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3716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Staff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repeatedly ask professors or library staff for help, creating unnecessary bottlenecks.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3716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7220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process is slow, inconvenient, and frustrating — reducing the overall quality of library usage.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where users search for books by title or author name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displays the exact physical location on the shelf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results without needing staff assistance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34747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508760"/>
            <a:ext cx="3474720" cy="3657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Author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3682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368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7066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044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Column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721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3721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library website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373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574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028" y="18745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305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 or author name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661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862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862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862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8" y="18745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319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9593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library DB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3949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7150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7150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7150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628" y="187452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607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7881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&amp; location shown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2237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5438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5438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5438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6428" y="1874520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895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Book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6169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goes directly to the shelf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book instantly using its full or partial title.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0896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Author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9476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all books by a specific author in seconds.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9788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9788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rack, column, row, and position on the shelf.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272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584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whether a book is available or issued.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0896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0896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12724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79476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future barcode/RFID integration.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89788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89788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127248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Interface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58368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device with no installation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book searching easy and fast for students and professors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exact shelf-location details for every available book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063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manual searching and staff support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977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library management and overall user satisfaction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719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professors locate books in seconds, not minutes.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77840" y="1719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digital records replace inefficient manual shelf searches.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9260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Experience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5478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simpler access to learning resources reduces frustration.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9260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77840" y="35478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college's transition towards a modern smart library.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shelf map for visual navigation inside the library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865376"/>
            <a:ext cx="54864" cy="65836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56816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97510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integration for smart real-time book tracking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63347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249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7432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reservation and hold system for students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3401568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9300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511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librarian login with role-based access control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4169664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6110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427939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version and Android app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Library Book Locator System is a practical, effective solution for helping students and professors find books easily in the college library.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displaying the exact location of any book, the system saves time, reduces effort, and greatly improves the library experience for all users.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useful, and fully suitable for academic presentation and real-world implementation in colleges.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Book Locator System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A01362-D289-DBB8-44E8-572A4D9AE3A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81B492-3BF1-7956-4623-33B24FF3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794" y="606110"/>
            <a:ext cx="8398412" cy="41563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8A9E4-7D8D-FFFC-A845-F6196D61873D}"/>
              </a:ext>
            </a:extLst>
          </p:cNvPr>
          <p:cNvSpPr/>
          <p:nvPr/>
        </p:nvSpPr>
        <p:spPr>
          <a:xfrm>
            <a:off x="3165231" y="106107"/>
            <a:ext cx="3115994" cy="393896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Current Status of the Project..</a:t>
            </a:r>
          </a:p>
        </p:txBody>
      </p:sp>
    </p:spTree>
    <p:extLst>
      <p:ext uri="{BB962C8B-B14F-4D97-AF65-F5344CB8AC3E}">
        <p14:creationId xmlns:p14="http://schemas.microsoft.com/office/powerpoint/2010/main" val="225316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509</Words>
  <Application>Microsoft Office PowerPoint</Application>
  <PresentationFormat>On-screen Show (16:9)</PresentationFormat>
  <Paragraphs>107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Book Locator System</dc:title>
  <dc:subject>PptxGenJS Presentation</dc:subject>
  <dc:creator>PptxGenJS</dc:creator>
  <cp:lastModifiedBy>sampreeth032@gmail.com</cp:lastModifiedBy>
  <cp:revision>3</cp:revision>
  <dcterms:created xsi:type="dcterms:W3CDTF">2026-04-04T18:31:23Z</dcterms:created>
  <dcterms:modified xsi:type="dcterms:W3CDTF">2026-04-09T03:58:26Z</dcterms:modified>
</cp:coreProperties>
</file>