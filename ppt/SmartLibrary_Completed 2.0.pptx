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18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0040"/>
            <a:ext cx="1371600" cy="1371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57200"/>
            <a:ext cx="1920240" cy="38404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57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PROJECT COMPLETED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Locator System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48640" y="257860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Book Search &amp; Location System — Fully Developed &amp; Deployed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127248"/>
            <a:ext cx="29260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3291840"/>
            <a:ext cx="2560320" cy="411480"/>
          </a:xfrm>
          <a:prstGeom prst="rect">
            <a:avLst/>
          </a:prstGeom>
          <a:solidFill>
            <a:srgbClr val="142238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Search  Functional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3291840"/>
            <a:ext cx="2560320" cy="411480"/>
          </a:xfrm>
          <a:prstGeom prst="rect">
            <a:avLst/>
          </a:prstGeom>
          <a:solidFill>
            <a:srgbClr val="142238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 Location  Live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3291840"/>
            <a:ext cx="2560320" cy="411480"/>
          </a:xfrm>
          <a:prstGeom prst="rect">
            <a:avLst/>
          </a:prstGeom>
          <a:solidFill>
            <a:srgbClr val="142238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Database  Connected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Final Project  |  College Library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47548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737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website for book search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677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267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book title or author name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9806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7980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rack, column, row &amp; position output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328416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328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 connected(</a:t>
            </a:r>
            <a:r>
              <a:rPr lang="en-US" sz="12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858768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858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responsive web interface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709160" y="1115568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709160" y="1115568"/>
            <a:ext cx="4114800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709160" y="1133856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892040" y="1737360"/>
            <a:ext cx="3749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892040" y="17739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5943600" y="18653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 / Screens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892040" y="2487168"/>
            <a:ext cx="3749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92040" y="252374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5943600" y="26151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892040" y="3236976"/>
            <a:ext cx="3749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92040" y="32735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5943600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Completed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892040" y="3986784"/>
            <a:ext cx="3749040" cy="621792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892040" y="40233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594360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Database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&amp; Modules Built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984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7099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bar, welcome message, quick </a:t>
            </a:r>
            <a:r>
              <a:rPr lang="en-US" sz="110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access,Login</a:t>
            </a: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81528" y="111556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081528" y="111556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46304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67328" y="12984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67328" y="17099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matching books with details &amp; location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43016" y="111556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43016" y="111556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146304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28816" y="12984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Location Page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28816" y="17099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rack → column → row → position display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20040" y="276148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0040" y="276148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0896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2944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Details Page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05840" y="335584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info: title, author, ISBN, availability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081528" y="276148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081528" y="276148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8688" y="3108960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67328" y="2944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67328" y="335584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books and location records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843016" y="2761488"/>
            <a:ext cx="2651760" cy="15544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843016" y="2761488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0176" y="3108960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28816" y="29443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/ Help Page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528816" y="335584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guide and library contact information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Screenshots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1828800"/>
          </a:xfrm>
          <a:prstGeom prst="rect">
            <a:avLst/>
          </a:prstGeom>
          <a:solidFill>
            <a:srgbClr val="E2E8F2"/>
          </a:solidFill>
          <a:ln w="12700">
            <a:solidFill>
              <a:srgbClr val="0D7C8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33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– Search Bar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664208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1115568"/>
            <a:ext cx="4114800" cy="1828800"/>
          </a:xfrm>
          <a:prstGeom prst="rect">
            <a:avLst/>
          </a:prstGeom>
          <a:solidFill>
            <a:srgbClr val="E2E8F2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115568"/>
            <a:ext cx="41148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133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Page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0060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3063240"/>
            <a:ext cx="4114800" cy="1828800"/>
          </a:xfrm>
          <a:prstGeom prst="rect">
            <a:avLst/>
          </a:prstGeom>
          <a:solidFill>
            <a:srgbClr val="E2E8F2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" y="3063240"/>
            <a:ext cx="41148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3081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6118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1480" y="4361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your screenshot]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09160" y="3063240"/>
            <a:ext cx="4114800" cy="1828800"/>
          </a:xfrm>
          <a:prstGeom prst="rect">
            <a:avLst/>
          </a:prstGeom>
          <a:solidFill>
            <a:srgbClr val="E2E8F2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3063240"/>
            <a:ext cx="41148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800600" y="30815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61188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00600" y="4361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your screenshot]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F48B7EE-4E8F-7F8E-DE69-582D69F60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1" y="1475570"/>
            <a:ext cx="4114800" cy="14596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523366D-777F-9565-BE7C-BE03F4341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463040"/>
            <a:ext cx="4114800" cy="147218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4BAB5FC-A62C-0130-44BC-1BCA79B1CD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419856"/>
            <a:ext cx="4114799" cy="145965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84A35CC-67DD-724E-7C72-F0287C3074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59" y="3401568"/>
            <a:ext cx="4114801" cy="14779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374904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743200" cy="5029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612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61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Structure &amp; Layout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23160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— Styling &amp; Animations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90672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Dynamic Behaviour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758184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758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— Mobile Friendly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46120" y="1115568"/>
            <a:ext cx="2743200" cy="3749040"/>
          </a:xfrm>
          <a:prstGeom prst="rect">
            <a:avLst/>
          </a:prstGeom>
          <a:solidFill>
            <a:srgbClr val="142238"/>
          </a:solidFill>
          <a:ln w="1270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115568"/>
            <a:ext cx="2743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161288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4760" y="1161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3383280" y="1755648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7472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Node.js — Server Logic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83280" y="2423160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747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 &amp; Validation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383280" y="3090672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7472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Query Processing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383280" y="3758184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474720" y="3758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Error Management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172200" y="1115568"/>
            <a:ext cx="2743200" cy="3749040"/>
          </a:xfrm>
          <a:prstGeom prst="rect">
            <a:avLst/>
          </a:prstGeom>
          <a:solidFill>
            <a:srgbClr val="142238"/>
          </a:solidFill>
          <a:ln w="12700">
            <a:solidFill>
              <a:srgbClr val="A8600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72200" y="1115568"/>
            <a:ext cx="2743200" cy="502920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161288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720840" y="1161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6309360" y="1755648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0" y="17556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309360" y="2423160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0080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Table — title, author, ISBN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309360" y="3090672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00800" y="3090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Table — rack, col, row, pos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309360" y="3758184"/>
            <a:ext cx="2468880" cy="548640"/>
          </a:xfrm>
          <a:prstGeom prst="rect">
            <a:avLst/>
          </a:prstGeom>
          <a:solidFill>
            <a:srgbClr val="1A2B4A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400800" y="37581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Search Works – Technical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8745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1874520" cy="457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33856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Input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69164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2395728"/>
            <a:ext cx="1691640" cy="2029968"/>
          </a:xfrm>
          <a:prstGeom prst="rect">
            <a:avLst/>
          </a:prstGeom>
          <a:solidFill>
            <a:srgbClr val="0D1520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450592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type="text"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name="search"&gt;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21992" y="2816352"/>
            <a:ext cx="29260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115568"/>
            <a:ext cx="18745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115568"/>
            <a:ext cx="1874520" cy="457200"/>
          </a:xfrm>
          <a:prstGeom prst="rect">
            <a:avLst/>
          </a:prstGeom>
          <a:solidFill>
            <a:srgbClr val="A8600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33472" y="1133856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Backend Query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60" y="1691640"/>
            <a:ext cx="548640" cy="5486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651760" y="2395728"/>
            <a:ext cx="1691640" cy="2029968"/>
          </a:xfrm>
          <a:prstGeom prst="rect">
            <a:avLst/>
          </a:prstGeom>
          <a:solidFill>
            <a:srgbClr val="0D1520"/>
          </a:solidFill>
          <a:ln w="12700">
            <a:solidFill>
              <a:srgbClr val="A86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97480" y="2450592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books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title LIKE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"%keyword%"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07992" y="2816352"/>
            <a:ext cx="29260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6320" y="1115568"/>
            <a:ext cx="18745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46320" y="1115568"/>
            <a:ext cx="187452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19472" y="1133856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DB Lookup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9260" y="1691640"/>
            <a:ext cx="548640" cy="548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937760" y="2395728"/>
            <a:ext cx="1691640" cy="2029968"/>
          </a:xfrm>
          <a:prstGeom prst="rect">
            <a:avLst/>
          </a:prstGeom>
          <a:solidFill>
            <a:srgbClr val="0D152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983480" y="2450592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book_locations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books.id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locations.book_id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93992" y="2816352"/>
            <a:ext cx="29260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132320" y="1115568"/>
            <a:ext cx="18745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132320" y="1115568"/>
            <a:ext cx="1874520" cy="45720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205472" y="1133856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 Display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5260" y="1691640"/>
            <a:ext cx="548640" cy="54864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223760" y="2395728"/>
            <a:ext cx="1691640" cy="2029968"/>
          </a:xfrm>
          <a:prstGeom prst="rect">
            <a:avLst/>
          </a:prstGeom>
          <a:solidFill>
            <a:srgbClr val="0D1520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69480" y="2450592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Rack: Second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Column: Second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Row: Third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Pos: 4th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– Completed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8813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5296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0" y="1243584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0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12252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book title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111556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115568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25296"/>
            <a:ext cx="347472" cy="3474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955280" y="1243584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55280" y="1243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394960" y="12252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author name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0040" y="176479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1764792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74520"/>
            <a:ext cx="347472" cy="3474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474720" y="1892808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74720" y="1892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14400" y="1874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shelf location display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800600" y="176479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00600" y="1764792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874520"/>
            <a:ext cx="347472" cy="3474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955280" y="1892808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955280" y="1892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394960" y="1874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status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20040" y="241401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20040" y="2414016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523744"/>
            <a:ext cx="347472" cy="3474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3474720" y="2542032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474720" y="2542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914400" y="25237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Add / Edit / Delete books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4800600" y="241401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800600" y="2414016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523744"/>
            <a:ext cx="347472" cy="34747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955280" y="2542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5394960" y="25237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fully integrated</a:t>
            </a:r>
            <a:endParaRPr lang="en-US" sz="1200" dirty="0"/>
          </a:p>
        </p:txBody>
      </p:sp>
      <p:sp>
        <p:nvSpPr>
          <p:cNvPr id="41" name="Shape 33"/>
          <p:cNvSpPr/>
          <p:nvPr/>
        </p:nvSpPr>
        <p:spPr>
          <a:xfrm>
            <a:off x="320040" y="306324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320040" y="3063240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172968"/>
            <a:ext cx="347472" cy="347472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3474720" y="3191256"/>
            <a:ext cx="822960" cy="292608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3474720" y="3191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914400" y="3172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interface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4800600" y="306324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800600" y="3063240"/>
            <a:ext cx="54864" cy="603504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172968"/>
            <a:ext cx="347472" cy="34747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955280" y="319125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5394960" y="3172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error handling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320040" y="3712464"/>
            <a:ext cx="4114800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320040" y="3712464"/>
            <a:ext cx="54864" cy="603504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822192"/>
            <a:ext cx="347472" cy="347472"/>
          </a:xfrm>
          <a:prstGeom prst="rect">
            <a:avLst/>
          </a:prstGeom>
        </p:spPr>
      </p:pic>
      <p:sp>
        <p:nvSpPr>
          <p:cNvPr id="56" name="Shape 45"/>
          <p:cNvSpPr/>
          <p:nvPr/>
        </p:nvSpPr>
        <p:spPr>
          <a:xfrm>
            <a:off x="3474720" y="3840480"/>
            <a:ext cx="822960" cy="29260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3474720" y="3840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914400" y="38221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(Future)</a:t>
            </a:r>
            <a:endParaRPr lang="en-US" sz="1200" dirty="0"/>
          </a:p>
        </p:txBody>
      </p:sp>
      <p:sp>
        <p:nvSpPr>
          <p:cNvPr id="59" name="Shape 48"/>
          <p:cNvSpPr/>
          <p:nvPr/>
        </p:nvSpPr>
        <p:spPr>
          <a:xfrm>
            <a:off x="4800600" y="3712464"/>
            <a:ext cx="4114800" cy="603504"/>
          </a:xfrm>
          <a:prstGeom prst="rect">
            <a:avLst/>
          </a:prstGeom>
          <a:solidFill>
            <a:srgbClr val="F4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4800600" y="3712464"/>
            <a:ext cx="54864" cy="603504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822192"/>
            <a:ext cx="347472" cy="347472"/>
          </a:xfrm>
          <a:prstGeom prst="rect">
            <a:avLst/>
          </a:prstGeom>
        </p:spPr>
      </p:pic>
      <p:sp>
        <p:nvSpPr>
          <p:cNvPr id="62" name="Shape 50"/>
          <p:cNvSpPr/>
          <p:nvPr/>
        </p:nvSpPr>
        <p:spPr>
          <a:xfrm>
            <a:off x="7955280" y="3840480"/>
            <a:ext cx="822960" cy="29260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7955280" y="3840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64" name="Text 52"/>
          <p:cNvSpPr/>
          <p:nvPr/>
        </p:nvSpPr>
        <p:spPr>
          <a:xfrm>
            <a:off x="5394960" y="38221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Barcode scanning (Future)</a:t>
            </a:r>
            <a:endParaRPr lang="en-US" sz="1200" dirty="0"/>
          </a:p>
        </p:txBody>
      </p:sp>
      <p:sp>
        <p:nvSpPr>
          <p:cNvPr id="65" name="Shape 45">
            <a:extLst>
              <a:ext uri="{FF2B5EF4-FFF2-40B4-BE49-F238E27FC236}">
                <a16:creationId xmlns:a16="http://schemas.microsoft.com/office/drawing/2014/main" id="{C20670F8-5767-064C-20A2-7A9E7DDA82CE}"/>
              </a:ext>
            </a:extLst>
          </p:cNvPr>
          <p:cNvSpPr/>
          <p:nvPr/>
        </p:nvSpPr>
        <p:spPr>
          <a:xfrm>
            <a:off x="7950708" y="2560320"/>
            <a:ext cx="822960" cy="29260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  <a:p>
            <a:endParaRPr lang="en-IN" dirty="0"/>
          </a:p>
        </p:txBody>
      </p:sp>
      <p:sp>
        <p:nvSpPr>
          <p:cNvPr id="66" name="Shape 45">
            <a:extLst>
              <a:ext uri="{FF2B5EF4-FFF2-40B4-BE49-F238E27FC236}">
                <a16:creationId xmlns:a16="http://schemas.microsoft.com/office/drawing/2014/main" id="{A662058C-DB37-C3B7-26ED-1FC9D68C8746}"/>
              </a:ext>
            </a:extLst>
          </p:cNvPr>
          <p:cNvSpPr/>
          <p:nvPr/>
        </p:nvSpPr>
        <p:spPr>
          <a:xfrm>
            <a:off x="7950708" y="3231701"/>
            <a:ext cx="822960" cy="292608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  <p:txBody>
          <a:bodyPr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IN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953287"/>
              </p:ext>
            </p:extLst>
          </p:nvPr>
        </p:nvGraphicFramePr>
        <p:xfrm>
          <a:off x="320040" y="1078992"/>
          <a:ext cx="8503920" cy="39319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exact book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book &amp; location returned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partial title keyword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matching books listed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author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books by author displayed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not in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'Not found' message shown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Admin: Add new 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saved and searchable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Admin: Edit book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location shown instantly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Admin: Delete a 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removed from search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/ small screen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8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adjusts correctly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A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584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280160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2801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7452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74520" y="149961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 app for students to search on the go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865376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93392"/>
            <a:ext cx="347472" cy="3474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60120" y="2029968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0120" y="20299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87452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/ Barcode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874520" y="224942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of books using hardware scanners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2615184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43200"/>
            <a:ext cx="347472" cy="34747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60120" y="2779776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60120" y="27797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874520" y="27066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Login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874520" y="299923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account to save searches and reserve books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20040" y="3364992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93008"/>
            <a:ext cx="347472" cy="34747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60120" y="3529584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60120" y="352958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874520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Shelf Map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874520" y="37490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library map showing exact shelf position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20040" y="4114800"/>
            <a:ext cx="8503920" cy="640080"/>
          </a:xfrm>
          <a:prstGeom prst="rect">
            <a:avLst/>
          </a:prstGeom>
          <a:solidFill>
            <a:srgbClr val="142238"/>
          </a:solidFill>
          <a:ln w="12700">
            <a:solidFill>
              <a:srgbClr val="12A0B5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42816"/>
            <a:ext cx="347472" cy="34747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60120" y="4279392"/>
            <a:ext cx="7498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60120" y="4279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874520" y="4206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874520" y="449884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related books based on search history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74320"/>
            <a:ext cx="1280160" cy="128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627632"/>
            <a:ext cx="1828800" cy="347472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0" y="1627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10058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Completed!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200400" cy="4572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93392"/>
            <a:ext cx="320040" cy="32004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19933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web-based book locator system built from scratch.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706624"/>
            <a:ext cx="320040" cy="32004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27066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location display, admin panel and database all working.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419856"/>
            <a:ext cx="320040" cy="320040"/>
          </a:xfrm>
          <a:prstGeom prst="rect">
            <a:avLst/>
          </a:prstGeom>
          <a:solidFill>
            <a:srgbClr val="22A862"/>
          </a:solidFill>
          <a:ln w="12700">
            <a:solidFill>
              <a:srgbClr val="22A8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34198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real-world deployment in any college library.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4251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48640" y="4251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Book Locator 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599</Words>
  <Application>Microsoft Office PowerPoint</Application>
  <PresentationFormat>On-screen Show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Library Book Locator – Project Completed</dc:title>
  <dc:subject>PptxGenJS Presentation</dc:subject>
  <dc:creator>PptxGenJS</dc:creator>
  <cp:lastModifiedBy>sampreeth032@gmail.com</cp:lastModifiedBy>
  <cp:revision>2</cp:revision>
  <dcterms:created xsi:type="dcterms:W3CDTF">2026-04-20T09:29:20Z</dcterms:created>
  <dcterms:modified xsi:type="dcterms:W3CDTF">2026-04-25T03:36:23Z</dcterms:modified>
</cp:coreProperties>
</file>