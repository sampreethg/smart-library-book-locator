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7230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31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Locator System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Solution to Find Books Quickly in College Library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22860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Title or Author  </a:t>
            </a:r>
            <a:r>
              <a:rPr lang="en-US" sz="1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Exact Shelf Location  </a:t>
            </a:r>
            <a:r>
              <a:rPr lang="en-US" sz="1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Instant Results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251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Project  |  College Library Management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5720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2651760" cy="7315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37160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103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Wasted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260604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spend excessive time searching manually through shelves — an inefficient use of valuable study time.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118872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188720"/>
            <a:ext cx="2651760" cy="7315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37160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2103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on Staff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37560" y="260604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must repeatedly ask professors or library staff for help, creating unnecessary bottlenecks.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35040" y="118872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35040" y="1188720"/>
            <a:ext cx="2651760" cy="7315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1371600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72200" y="2103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Experience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172200" y="260604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manual process is slow, inconvenient, and frustrating — reducing the overall quality of library usage.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Building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320040" cy="32004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website where users search for books by title or author name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320040" cy="32004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6517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displays the exact physical location on the shelf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474720"/>
            <a:ext cx="320040" cy="32004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474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4747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accurate results without needing staff assistance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394960" y="1097280"/>
            <a:ext cx="3474720" cy="3474720"/>
          </a:xfrm>
          <a:prstGeom prst="rect">
            <a:avLst/>
          </a:prstGeom>
          <a:solidFill>
            <a:srgbClr val="142238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1143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94960" y="1508760"/>
            <a:ext cx="3474720" cy="36576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1691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20840" y="1691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Java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77840" y="20299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20840" y="20299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Author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77840" y="236829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20840" y="236829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77840" y="270662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20840" y="270662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Rack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77840" y="30449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20840" y="30449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Column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77840" y="3383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20840" y="3383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Row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77840" y="37216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20840" y="37216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Book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1417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88720"/>
            <a:ext cx="141732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20700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" y="187452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25146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Website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01752" y="2971800"/>
            <a:ext cx="1271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the library website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737360" y="2697480"/>
            <a:ext cx="274320" cy="4572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57400" y="1188720"/>
            <a:ext cx="1417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057400" y="1188720"/>
            <a:ext cx="141732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57400" y="120700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0028" y="18745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103120" y="25146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Book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130552" y="2971800"/>
            <a:ext cx="1271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title or author name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566160" y="2697480"/>
            <a:ext cx="274320" cy="4572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886200" y="1188720"/>
            <a:ext cx="1417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886200" y="1188720"/>
            <a:ext cx="141732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886200" y="120700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8828" y="1874520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931920" y="25146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Database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3959352" y="2971800"/>
            <a:ext cx="1271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searches library DB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394960" y="2697480"/>
            <a:ext cx="274320" cy="4572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715000" y="1188720"/>
            <a:ext cx="1417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715000" y="1188720"/>
            <a:ext cx="141732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715000" y="120700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7628" y="1874520"/>
            <a:ext cx="502920" cy="5029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760720" y="25146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Result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5788152" y="2971800"/>
            <a:ext cx="1271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details &amp; location shown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7223760" y="2697480"/>
            <a:ext cx="274320" cy="4572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543800" y="1188720"/>
            <a:ext cx="1417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7543800" y="1188720"/>
            <a:ext cx="1417320" cy="4572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7543800" y="120700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6428" y="1874520"/>
            <a:ext cx="502920" cy="5029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589520" y="25146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Book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7616952" y="2971800"/>
            <a:ext cx="1271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goes directly to the shelf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54864" cy="160020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2618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Title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166420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any book instantly using its full or partial title.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08960" y="109728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08960" y="1097280"/>
            <a:ext cx="54864" cy="160020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4173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94760" y="12618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Author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794760" y="166420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all books by a specific author in seconds.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897880" y="109728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897880" y="1097280"/>
            <a:ext cx="54864" cy="160020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4173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83680" y="12618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Location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583680" y="166420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Pinpoints rack, column, row, and position on the shelf.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20040" y="2807208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2807208"/>
            <a:ext cx="54864" cy="160020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127248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5840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Status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005840" y="3374136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shows whether a book is available or issued.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108960" y="2807208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108960" y="2807208"/>
            <a:ext cx="54864" cy="160020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6120" y="3127248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794760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Ready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794760" y="3374136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supports future barcode/RFID integration.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5897880" y="2807208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5897880" y="2807208"/>
            <a:ext cx="54864" cy="160020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5040" y="3127248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583680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Web Interface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583680" y="3374136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from any device with no installation needed.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731520"/>
          </a:xfrm>
          <a:prstGeom prst="rect">
            <a:avLst/>
          </a:prstGeom>
          <a:solidFill>
            <a:srgbClr val="142238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640080" cy="73152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2344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book searching easy and fast for students and professors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8412480" cy="731520"/>
          </a:xfrm>
          <a:prstGeom prst="rect">
            <a:avLst/>
          </a:prstGeom>
          <a:solidFill>
            <a:srgbClr val="142238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011680"/>
            <a:ext cx="640080" cy="73152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116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1488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exact shelf-location details for every available book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8412480" cy="731520"/>
          </a:xfrm>
          <a:prstGeom prst="rect">
            <a:avLst/>
          </a:prstGeom>
          <a:solidFill>
            <a:srgbClr val="142238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926080"/>
            <a:ext cx="640080" cy="73152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260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30632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dependency on manual searching and staff support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840480"/>
            <a:ext cx="8412480" cy="731520"/>
          </a:xfrm>
          <a:prstGeom prst="rect">
            <a:avLst/>
          </a:prstGeom>
          <a:solidFill>
            <a:srgbClr val="142238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840480"/>
            <a:ext cx="640080" cy="73152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8404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39776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library management and overall user satisfaction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60520" cy="1600200"/>
          </a:xfrm>
          <a:prstGeom prst="rect">
            <a:avLst/>
          </a:prstGeom>
          <a:solidFill>
            <a:srgbClr val="142238"/>
          </a:solidFill>
          <a:ln w="12700">
            <a:solidFill>
              <a:srgbClr val="0D7C8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280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Time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88720" y="17190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professors locate books in seconds, not minutes.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09160" y="1097280"/>
            <a:ext cx="4160520" cy="1600200"/>
          </a:xfrm>
          <a:prstGeom prst="rect">
            <a:avLst/>
          </a:prstGeom>
          <a:solidFill>
            <a:srgbClr val="142238"/>
          </a:solidFill>
          <a:ln w="12700">
            <a:solidFill>
              <a:srgbClr val="0D7C8C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55448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0" y="1280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Efficient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577840" y="17190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digital records replace inefficient manual shelf searches.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0040" y="2926080"/>
            <a:ext cx="4160520" cy="1600200"/>
          </a:xfrm>
          <a:prstGeom prst="rect">
            <a:avLst/>
          </a:prstGeom>
          <a:solidFill>
            <a:srgbClr val="142238"/>
          </a:solidFill>
          <a:ln w="12700">
            <a:solidFill>
              <a:srgbClr val="0D7C8C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8328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1089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Experience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188720" y="35478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Cleaner, simpler access to learning resources reduces frustration.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09160" y="2926080"/>
            <a:ext cx="4160520" cy="1600200"/>
          </a:xfrm>
          <a:prstGeom prst="rect">
            <a:avLst/>
          </a:prstGeom>
          <a:solidFill>
            <a:srgbClr val="142238"/>
          </a:solidFill>
          <a:ln w="12700">
            <a:solidFill>
              <a:srgbClr val="0D7C8C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38328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77840" y="31089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577840" y="354787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the college's transition towards a modern smart library.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54864" cy="65836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207008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shelf map for visual navigation inside the library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186537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" y="1865376"/>
            <a:ext cx="54864" cy="65836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956816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1975104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integration for smart real-time book tracking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65760" y="263347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65760" y="2633472"/>
            <a:ext cx="54864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724912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274320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reservation and hold system for students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365760" y="3401568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65760" y="3401568"/>
            <a:ext cx="54864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493008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97280" y="3511296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and librarian login with role-based access control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365760" y="4169664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365760" y="4169664"/>
            <a:ext cx="54864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261104"/>
            <a:ext cx="411480" cy="4114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97280" y="4279392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Mobile-friendly version and Android app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2743200" cy="4572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34440"/>
            <a:ext cx="292608" cy="29260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2344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 Library Book Locator System is a practical, effective solution for helping students and professors find books easily in the college library.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292608" cy="29260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103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displaying the exact location of any book, the system saves time, reduces effort, and greatly improves the library experience for all users.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292608" cy="292608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9718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useful, and fully suitable for academic presentation and real-world implementation in colleges.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224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8640" y="42245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Book Locator System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503</Words>
  <Application>Microsoft Office PowerPoint</Application>
  <PresentationFormat>On-screen Show (16:9)</PresentationFormat>
  <Paragraphs>106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Library Book Locator System</dc:title>
  <dc:subject>PptxGenJS Presentation</dc:subject>
  <dc:creator>PptxGenJS</dc:creator>
  <cp:lastModifiedBy>sampreeth032@gmail.com</cp:lastModifiedBy>
  <cp:revision>2</cp:revision>
  <dcterms:created xsi:type="dcterms:W3CDTF">2026-04-04T18:31:23Z</dcterms:created>
  <dcterms:modified xsi:type="dcterms:W3CDTF">2026-04-05T16:36:37Z</dcterms:modified>
</cp:coreProperties>
</file>