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reeth032@gmail.com" userId="545acdf62ba1e117" providerId="LiveId" clId="{77301FF3-A245-44FC-8FF1-C64D34D6AE91}"/>
    <pc:docChg chg="modSld">
      <pc:chgData name="sampreeth032@gmail.com" userId="545acdf62ba1e117" providerId="LiveId" clId="{77301FF3-A245-44FC-8FF1-C64D34D6AE91}" dt="2026-04-20T10:16:51.705" v="1" actId="1076"/>
      <pc:docMkLst>
        <pc:docMk/>
      </pc:docMkLst>
      <pc:sldChg chg="modSp mod">
        <pc:chgData name="sampreeth032@gmail.com" userId="545acdf62ba1e117" providerId="LiveId" clId="{77301FF3-A245-44FC-8FF1-C64D34D6AE91}" dt="2026-04-20T10:16:51.705" v="1" actId="1076"/>
        <pc:sldMkLst>
          <pc:docMk/>
          <pc:sldMk cId="0" sldId="263"/>
        </pc:sldMkLst>
        <pc:spChg chg="mod">
          <ac:chgData name="sampreeth032@gmail.com" userId="545acdf62ba1e117" providerId="LiveId" clId="{77301FF3-A245-44FC-8FF1-C64D34D6AE91}" dt="2026-04-20T10:16:51.705" v="1" actId="1076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8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"/>
            <a:ext cx="1920240" cy="38404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COMPLETED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Locator System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2578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Book Search &amp; Location System — Fully Developed &amp; Deployed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29260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 Functional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Location  Live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Database  Connected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Final Project  |  College Library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47548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website for book search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677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book title or author name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9806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7980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rack, column, row &amp; position output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2841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MySQL/PostgreSQL database connected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58768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858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web interface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09160" y="111556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09160" y="1115568"/>
            <a:ext cx="411480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09160" y="1133856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892040" y="1737360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92040" y="17739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943600" y="1865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 / Screens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892040" y="2487168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92040" y="252374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5943600" y="26151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892040" y="3236976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92040" y="32735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594360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Completed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892040" y="3986784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92040" y="4023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59436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Modules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bar, welcome message, quick access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81528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46304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67328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matching books with details &amp; location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43016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43016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146304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Location Page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28816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rack → column → row → position display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0896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Page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05840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info: title, author, ISBN, availability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081528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081528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310896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67328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books and location records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843016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843016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310896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28816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Help Page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528816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guide and library contact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Screenshots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– Search Bar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664208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115568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15568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Page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64208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063240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063240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Location Output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611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1480" y="4361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0060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61188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00600" y="4361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5029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61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Layout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 &amp; Animations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Dynamic Behaviour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— Mobile Friendly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4612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115568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6128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38328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Node.js — Server Logic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&amp; Validation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8328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 Processing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Error Management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17220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A8600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72200" y="1115568"/>
            <a:ext cx="2743200" cy="502920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16128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2084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630936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30936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Table — title, author, ISBN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30936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0080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Table — rack, col, row, pos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0936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0080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023360" cy="457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64208"/>
          <a:ext cx="384048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(Primary Key, Auto)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00600" y="1115568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115568"/>
            <a:ext cx="40233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1338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book_locations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64208"/>
          <a:ext cx="3840480" cy="2926077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(Primary Key, Auto)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(Foreign Key → books)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343400" y="2880360"/>
            <a:ext cx="457200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79392" y="298094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Search Works – Technical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1874520" cy="457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9164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name="search"&gt;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21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115568"/>
            <a:ext cx="1874520" cy="457200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Query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1691640"/>
            <a:ext cx="548640" cy="5486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51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97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books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title LIKE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"%keyword%"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07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46320" y="1115568"/>
            <a:ext cx="18745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19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DB Lookup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691640"/>
            <a:ext cx="548640" cy="548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937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83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book_locations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books.id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locations.book_id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3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132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132320" y="1115568"/>
            <a:ext cx="1874520" cy="4572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05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 Display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1691640"/>
            <a:ext cx="548640" cy="54864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223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69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Rack: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Column: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Row: Third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Pos: 4th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– Completed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5296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0" y="1243584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2252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book title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11556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115568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25296"/>
            <a:ext cx="347472" cy="347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55280" y="1243584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394960" y="12252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author name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" y="176479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1764792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74520"/>
            <a:ext cx="347472" cy="3474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474720" y="1892808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74720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14400" y="1874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shelf location display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00600" y="176479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1764792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874520"/>
            <a:ext cx="347472" cy="3474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955280" y="1892808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955280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394960" y="1874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status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004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" y="2414016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23744"/>
            <a:ext cx="347472" cy="3474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474720" y="2542032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74720" y="2542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914400" y="2523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Add / Edit / Delete books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80060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800600" y="2414016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523744"/>
            <a:ext cx="347472" cy="3474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394960" y="2523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fully integrated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320040" y="30632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20040" y="3063240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172968"/>
            <a:ext cx="347472" cy="347472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3474720" y="3191256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3474720" y="3191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91440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4800600" y="30632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800600" y="3063240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172968"/>
            <a:ext cx="347472" cy="347472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7955280" y="3191256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955280" y="3191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539496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error handling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320040" y="3712464"/>
            <a:ext cx="411480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320040" y="3712464"/>
            <a:ext cx="54864" cy="60350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2192"/>
            <a:ext cx="347472" cy="347472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3474720" y="3840480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47472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914400" y="38221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(Future)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4800600" y="3712464"/>
            <a:ext cx="411480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800600" y="3712464"/>
            <a:ext cx="54864" cy="60350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822192"/>
            <a:ext cx="347472" cy="347472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7955280" y="3840480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795528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5394960" y="38221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 scanning (Future)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3931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exact book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book &amp; location returned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partial title keyword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matching books listed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author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books by author displayed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not in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'Not found' message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Add new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saved and searchable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Edit book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location shown instantly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Delete a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removed from search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small screen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adjusts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7772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527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PHP/backend to MySQL, handling SQL JOIN queries across two tables correctly.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02996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029968"/>
            <a:ext cx="54864" cy="7772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45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Logic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441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partial-match (LIKE) search that returns the most relevant results without duplicates.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94436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44368"/>
            <a:ext cx="54864" cy="7772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089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Display Logic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33558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database rack/column/row values to a human-readable, clear output for users.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385876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858768"/>
            <a:ext cx="54864" cy="7772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33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05840" y="42702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SQL injection and handling empty or invalid search inputs gracefully.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47457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Learnings:  Full-Stack Web Dev  •  SQL Queries  •  UI/UX Design  •  CRUD Operations  •  Form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280160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2801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7452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149961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app for students to search on the go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865376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3392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60120" y="2029968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20299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7452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874520" y="224942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books using hardware scanners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615184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43200"/>
            <a:ext cx="347472" cy="3474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0120" y="2779776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120" y="27797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874520" y="2706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874520" y="29992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 to save searches and reserve books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364992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93008"/>
            <a:ext cx="347472" cy="3474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0120" y="3529584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60120" y="35295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87452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Shelf Map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874520" y="37490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library map showing exact shelf position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42816"/>
            <a:ext cx="347472" cy="34747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0120" y="4279392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6012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87452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874520" y="44988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related books based on search history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7432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627632"/>
            <a:ext cx="1828800" cy="34747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Completed!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200400" cy="4572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9933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web-based book locator system built from scratch.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06624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location display, admin panel and database all working.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34198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real-world deployment in any college library.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8640" y="4251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Book Locator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Book Locator – Project Completed</dc:title>
  <dc:subject>PptxGenJS Presentation</dc:subject>
  <dc:creator>PptxGenJS</dc:creator>
  <cp:lastModifiedBy>sampreeth032@gmail.com</cp:lastModifiedBy>
  <cp:revision>1</cp:revision>
  <dcterms:created xsi:type="dcterms:W3CDTF">2026-04-20T09:29:20Z</dcterms:created>
  <dcterms:modified xsi:type="dcterms:W3CDTF">2026-04-20T10:16:56Z</dcterms:modified>
</cp:coreProperties>
</file>